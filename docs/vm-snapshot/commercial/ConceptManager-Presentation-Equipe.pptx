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ConceptManager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présentation à l'équipe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1737360" cy="347472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léger BTP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3017520"/>
            <a:ext cx="1737360" cy="347472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30175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Factur-X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017520"/>
            <a:ext cx="1737360" cy="347472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0175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3017520"/>
            <a:ext cx="1737360" cy="347472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0175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: 22 avril 2026  ·  Factuel — aucune affirmation non étayée par le 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d'ensemble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91440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léger pour PME du BTP / signalisation routière, extensible à toute TPE/PME de services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clients, chantiers, catalogue, planning, facturation et trésorerie en une seule interface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au format Factur-X (norme française obligatoire 2026) dès aujourd'hui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facture scellée par un hash HMAC-SHA256 anti-falsification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Multi-sociétés natif — deux entreprises sur une installation, données 100 % isolées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en local sur Docker, déployable sur VPS — jamais tourné en production réelle à ce jour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technique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Couche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Choix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 10 + Prisma 5 + Passport 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(43 tables, 12 enums)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 + Tailwind + shadcn/ui + TanStack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objet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 (PDF, photos, documents RH)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/ Factur-X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pdfmake + Ghostscript (PDF/A-3) + pdf-lib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HTTP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 + CSP stricte + HSTS + Permissions-Policy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 (74 cas, 10 fichiers)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— typecheck + lint + tests +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Conteneurisation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docker-compose (api + postgres + minio + nginx)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court + refresh token rotatif avec détection de rejeu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4.5 (module présent, hors offre Essentiel)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Authentification &amp; Sécurité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54864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bcrypt + JWT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1064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rotatif avec détection de rejeu — si token révoqué, tous les tokens sont invalidés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81912"/>
            <a:ext cx="54864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Politique mot de passe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9110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caractères min · majuscule · minuscule · chiffre · symbole. Bcrypt cost 12, auto-rehash transparent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82296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86584"/>
            <a:ext cx="54864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32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Multi-tenant strict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7157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CompanyGuard global filtre toutes les requêtes Prisma par companyId. Un utilisateur cross-société reçoit un 403 immédiat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54864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36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Reset mot de passe + email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email implémentée (migrations 20260417120000 et 20260417150000)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95928"/>
            <a:ext cx="82296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95928"/>
            <a:ext cx="54864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Garde-fous production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3251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assertProductionEnv() exige JWT_SECRET, INVOICE_HMAC_KEY, MinIO ≥ 32 chars — le boot échoue sinon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Clients · Devis · Chantiers · Catalogue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2011680" cy="4114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31520"/>
            <a:ext cx="201168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31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Clients &amp; Sites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Client + Site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public / privé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intégré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par client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731520"/>
            <a:ext cx="2011680" cy="4114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731520"/>
            <a:ext cx="201168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731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261872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Numérotation séquentielle DEV-{CODE}-{AN}-NNN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détaillées avec calcul de marge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draft→sent→accepted/refused/expired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Avenants + Templates réutilisables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2011680" cy="4114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731520"/>
            <a:ext cx="201168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731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Chantiers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261872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: planifié/en cours/pause/terminé/facturé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signées MinIO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Assignations multi-utilisateurs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de fin d'intervention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12280" y="731520"/>
            <a:ext cx="2011680" cy="4114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731520"/>
            <a:ext cx="201168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731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261872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+ références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vente / prix achat (marge auto)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multi-formats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Auto-détection d'encodage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Facturation &amp; Factur-X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phare — argument commercial frontal pour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69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Numérotation séquentielle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Postgres FOR UPDATE scopée par société (advisory lock)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" y="1078992"/>
            <a:ext cx="0" cy="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33672" y="117043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0584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69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Immutabilité totale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qu'une facture quitte draft — toute correction passe par un avoir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18888" y="1078992"/>
            <a:ext cx="0" cy="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22792" y="117043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01168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075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Sceau HMAC-SHA256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sur champs légaux posé à l'émission, vérifié à chaque lecture, imprimé en pied de PDF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" y="2084832"/>
            <a:ext cx="0" cy="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33672" y="217627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01168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075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Factur-X hybride PDF/A-3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MINIMUM / BASIC / EN 16931 — XML CII + pdfmake + Ghostscript + pdf-lib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18888" y="2084832"/>
            <a:ext cx="0" cy="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22792" y="217627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Fail-fast légal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SIREN, SIRET, TVA, adresse manquants → 422 avec liste plutôt qu'un XML dégradé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" y="3090672"/>
            <a:ext cx="0" cy="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33672" y="318211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01752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Factures de situation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de pourcentages (BTP). Relances automatiques J+7/J+15/J+30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18888" y="3090672"/>
            <a:ext cx="0" cy="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22792" y="318211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02336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FEC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des Écritures Comptables — 18 colonnes, format officiel DGFiP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" y="4096512"/>
            <a:ext cx="0" cy="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33672" y="418795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4023360"/>
            <a:ext cx="4114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Chorus Pro / PDP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(assumé) — transmission à la charge du comptable client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18888" y="4096512"/>
            <a:ext cx="0" cy="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22792" y="4187952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Conformité RGPD &amp; Légale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31520"/>
            <a:ext cx="54864" cy="6035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77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Consentement IA versionné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User.aiProcessingConsent + table UserConsent avec horodatage, IP, user-agent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435608"/>
            <a:ext cx="822960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35608"/>
            <a:ext cx="54864" cy="6035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Audit logs WORM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755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Postgres bloquant UPDATE/DELETE/TRUNCATE sur audit_logs — même un psql direct est rejeté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822960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39696"/>
            <a:ext cx="54864" cy="6035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85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Soft-delete global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4597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Quote, Job, Invoice, User — champ deletedAt, rien n'est jamais détruit physiquement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822960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43784"/>
            <a:ext cx="54864" cy="6035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89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Champs RH complets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163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HrDocument avec purpose, expiresAt, retentionUntil selon les durées légales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8229600" cy="60350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47872"/>
            <a:ext cx="54864" cy="6035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93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Pages légales front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8679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légales, CGU, CGV, Confidentialité servies par le frontend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603504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51960"/>
            <a:ext cx="54864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DPO non nommé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traitements + DPO checklist présents, mais le DPO opérationnel reste un placeholder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 annexes — présents mais hors offre Essentiel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49808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6459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Offre Essentiel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assistant + briefing proactif (Claude Haiku)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Implémenté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équipes (verrouillé par semaine)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Implémenté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: congés, absences,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Implémenté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Terrain mobile (photos, signatures, pointage)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Implémenté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Atelier (BAT → fabrication → pose)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Implémenté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Achats fournisseurs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Implémenté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Partiel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Ces modules génèrent de la valeur en démo — ils peuvent être proposés en option payante sur une offre Pro.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atouts techniques différenciants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13232"/>
            <a:ext cx="658368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6583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Factur-X hybride PDF/A-3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Lourd à monter (Ghostscript, PDF/A-3, XMP). La plupart des outils type Henrri ne le font pas.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66360" y="786384"/>
            <a:ext cx="3383280" cy="60350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57800" y="786384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"Vous êtes prêts pour 2026 sans rien faire de plus."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822960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72768"/>
            <a:ext cx="658368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72768"/>
            <a:ext cx="6583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7008" y="1636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Sceau HMAC-SHA256 sur factures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7008" y="1956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fintech. Sage, EBP, Pennylane n'exposent pas ça côté utilisateur.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1645920"/>
            <a:ext cx="3383280" cy="60350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164592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quelqu'un trafique votre base, on le voit."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822960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32304"/>
            <a:ext cx="658368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32304"/>
            <a:ext cx="6583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7008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Multi-tenant natif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07008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éditeurs livrent une instance par client. Nous hébergeons 10 clients sur une seule base.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2505456"/>
            <a:ext cx="3383280" cy="60350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57800" y="2505456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d'exploitation divisé → rend le tarif 249 €/mois viable.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91840"/>
            <a:ext cx="658368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91840"/>
            <a:ext cx="6583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7008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 WORM (base de données)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07008" y="3675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Postgres bloquant. Même un admin avec accès psql ne peut pas effacer ses traces.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3364992"/>
            <a:ext cx="3383280" cy="60350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57800" y="336499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Tient face à un contrôle URSSAF / inspection du travail.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151376"/>
            <a:ext cx="822960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151376"/>
            <a:ext cx="658368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51376"/>
            <a:ext cx="6583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07008" y="4215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sérieuse + 74 tests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07008" y="45354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vibe-code typique a 0 test. Ici : Factur-X (16), intégrité (9), password (8), file-type (9).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4224528"/>
            <a:ext cx="3383280" cy="60350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257800" y="422452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Démontrable en RDV avec un DSI ou un comptable méfiant.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Limites à connaître — honnêteté totale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49808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4124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tests concentrés sur les libs pures — les controllers/guards NestJS (≈80 % du code) ne sont pas testés directement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459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en continue-on-error dans la CI — bruit legacy à nettoyer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59152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505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racine est encore le template Lovable d'origine — à réécrire avant tout partage externe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63824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5526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Ghostscript obligatoire dans l'image Docker (binaire externe) — en dev local Windows, installation requise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68496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5993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test de validation Factur-X dans la CI (mustangproject / veraPDF)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74980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749808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84124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test de charge — comportement à 50 utilisateurs concurrents inconnu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15544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1554480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6459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tourne en local sur la machine de Kieran — pas de staging, pas de production hébergée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35915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359152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4505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restauration de backup testée — "une sauvegarde non testée n'est pas une sauvegarde"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163824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163824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25526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non nommé — contacts ops dans le runbook DRP sont des placeholders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3968496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968496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05993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Développé en vibe code (Kieran orchestre Claude) — personne en interne ne maîtrise 100 % du code à la main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Chiffres de taille — ce n'est pas un MVP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19659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~13 825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backend (api/src/)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731520"/>
            <a:ext cx="19659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24328" y="10972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~24 499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24328" y="19202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frontend (src/)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54296" y="731520"/>
            <a:ext cx="19659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45736" y="10972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45736" y="19202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NestJS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75704" y="731520"/>
            <a:ext cx="19659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10972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67144" y="19202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React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196596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004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Prisma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32888" y="2834640"/>
            <a:ext cx="196596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24328" y="32004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624328" y="4023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Vitest (10 fichiers)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54296" y="2834640"/>
            <a:ext cx="196596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45736" y="32004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45736" y="4023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Prisma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75704" y="2834640"/>
            <a:ext cx="196596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67144" y="32004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V1→V6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67144" y="4023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Vagues de durcissement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situer : un MVP ERP "type Henrri" fait 5 000–8 000 lignes côté serveur. À ~38 000 lignes, ConceptManager dépasse largement un MVP.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Positionnement commercial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393192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04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TPE/PME 5–50 salariés, tous secteurs de services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grosses pour Henrri / Tiime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petites pour Sage / Cegid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►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servies par Pennylane (compta-first, pas gestion-first)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731520"/>
            <a:ext cx="429768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Essentiel (Early adopters)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2070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one-shot 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0" y="12070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3 500 € (plancher : 2 500 €)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4813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 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0" y="14813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249 € (plancher : 199 €)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75120" y="17556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mois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20299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75120" y="20299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 signature · 50 % mise en prod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23042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1 / client 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0" y="23042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6 488 €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5786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post 5 refs 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75120" y="25786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4 500 € + 299 €/mois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84124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9535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vers Ostara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►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1er-2e client (JS + ASP) : ConceptManager livré tel quel — pas d'Ostara dans la boucle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►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 client (juillet+) : Ostara fabrique l'app à partir de briques. Les modules durcis (Factur-X, HMAC, RGPD, multi-tenant) sont extraits de ConceptManager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►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Ostara n'est jamais vendu — le client achète "ConceptManager" (ou un nom blanc), pas l'outil de fabrication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Comparaison concurrents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55448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ConceptManager Essentiel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Batigest (Sage)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Pennylane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Henrri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PME services 5-50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BTP TPE/PME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TPE compta-first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/ TPE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2 000-5 000 €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~80-150 €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~50-80 €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/ 12 €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Factur-X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hybride PDF/A-3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Sceau crypto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HMAC-SHA256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métier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Complet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Compta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défaut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PDP / Chorus Pro à la charge du comptable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vieillissante, intégrateur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suivi chantier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S'arrête à la facture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 de vendre — Top 5 priorités (ordre)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31520"/>
            <a:ext cx="54864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804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Régression-test fix FOR UPDATE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13385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devis, chantier, facture, BC depuis l'UI. Confirmer séquentialité. 30 min. Avant démo JS.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581912"/>
            <a:ext cx="54864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8191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16550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Passer NODE_ENV=production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9842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Swagger (/api/docs) ne répond plus avec le schéma OpenAPI complet.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32304"/>
            <a:ext cx="54864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2505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Réécrire README.md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8346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Lovable toujours en place — à réécrire avant tout partage repo (DSI client, audit pentest…)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82696"/>
            <a:ext cx="54864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2696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33558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Pousser sur Git remote privé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6850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"acreed/conceptmanager" — le code est 100 % sur la machine de Kieran, aucun remote à ce jour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33088"/>
            <a:ext cx="54864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33088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4300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Hébergement production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53542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+ docker-compose + domaine + TLS Let's Encrypt + secrets dans Doppler / Infisical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Démonstration — 3 moments clés en 15 min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 pour leur impact sur un dirigeant non-tech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658368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6583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Devis → Chantier → Facture → Factur-X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2646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la chaîne métier complète bout-en-bout. Le moment "wow" : ouvrir le PDF dans Acrobat, voir l'icône pièce jointe factur-x.xml. Le comptable comprend immédiatement.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1188720"/>
            <a:ext cx="1965960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188720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"Vous êtes prêts pour 2026 sans rien faire de plus."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40864"/>
            <a:ext cx="841248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40864"/>
            <a:ext cx="658368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40864"/>
            <a:ext cx="6583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41401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Command Center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743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KPIs + alertes contextuelles ("3 chantiers sans photo", "12h en attente", "FAC-JS-2026-014 en retard"). Le dirigeant adore voir son entreprise condensée sur un écran.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2505456"/>
            <a:ext cx="1965960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2505456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"Vous arrivez le matin, vous voyez ce qui va mal et vous cliquez pour corriger."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841248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57600"/>
            <a:ext cx="658368" cy="1207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57600"/>
            <a:ext cx="65836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7307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FEC + Sceau d'intégrité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0599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.csv aux 18 colonnes DGFiP. Puis on ouvre une facture → on montre le hash HMAC tronqué dans son footer.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3822192"/>
            <a:ext cx="1965960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3822192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l'URSSAF passe, vous sortez tout. Si quelqu'un trafique vos factures en base, on le voit."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ouvertes — à trancher cette semaine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758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1033272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la régression-test du fix FOR UPDATE avant la démo JS ? (idéalement Kieran, sous 24h)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563624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883664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prod : VPS dédié OVH/Hetzner ou managé Scaleway/Render ? (impacte RGPD / sous-traitant)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2459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734056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IA : éteint pour les deux premiers clients (Essentiel) ou bêta gratuite pour feedback 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64408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3310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3584448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extraction briques V6 → Ostara : 22 briques existantes ou remplacement par extractions de ConceptManager 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4348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Factur-X transmission : rappel contractuel "Chorus Pro à la charge du comptable" ou module envoi Pro 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713232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758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3752" y="1033272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: nommer un externe (≈300 €/mois) avant le premier client ou attendre 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563624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73752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3752" y="1883664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repo GitHub private org "acreed" cette semaine — accès lecture au comptable Factur-X 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414016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73752" y="2459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2734056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 JS : clause "cas client à 60 jours" inscrite dès la signature ou on attend 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264408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73752" y="3310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73752" y="3584448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PAC ThermiPro : munition prospect installateur PAC (en chambre) ou retirer de la prod 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4114800"/>
            <a:ext cx="42519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73752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3752" y="44348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prend la responsabilité commerciale sur la charge ? → Formulation SLA best-effort dans le contrat JS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ConceptManager est prêt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 les deux premiers deals.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Factur-X hybride PDF/A-3 — avance réelle sur le marché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+ HMAC + WORM — arguments solides en pré-vente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38 000 lignes, 74 tests, CI verte — pas un prototype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►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actions critiques à boucler avant la démo JS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Solutions · Confidentiel · 22 avril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ConceptManager — Présentation Équipe</dc:title>
  <dc:subject>PptxGenJS Presentation</dc:subject>
  <dc:creator>Acreed Solutions</dc:creator>
  <cp:lastModifiedBy>Acreed Solutions</cp:lastModifiedBy>
  <cp:revision>1</cp:revision>
  <dcterms:created xsi:type="dcterms:W3CDTF">2026-04-22T16:08:34Z</dcterms:created>
  <dcterms:modified xsi:type="dcterms:W3CDTF">2026-04-22T16:08:34Z</dcterms:modified>
</cp:coreProperties>
</file>